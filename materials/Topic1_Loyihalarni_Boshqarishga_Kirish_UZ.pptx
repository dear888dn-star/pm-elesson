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D98E0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1-mavzu: Loyihalarni boshqarishga kirish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822960" cy="4114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Turizm va mehmondo‘stchilik • O‘zMU Jizzax filiali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 fani  ·  V semestr  ·  “Iqtisodiyot va turizm” kafedrasi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· 1-MAVZU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Nimalarni ko‘rib chiqamiz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tushunchasi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94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sababdan biror ish “loyiha” deb ataladi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2642616"/>
            <a:ext cx="9509760" cy="10973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7706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249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belgilari va turlari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90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xususiyatlar va loyihalarning tasnifi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3538728"/>
            <a:ext cx="9509760" cy="10973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66674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2102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va operatsiyalar farqi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867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farq boshqaruv usulini qanday o‘zgartiradi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4434840"/>
            <a:ext cx="9509760" cy="10973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5628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5171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hayot sikli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8828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loyiha o‘tadigan bosqichlar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17320" y="5330952"/>
            <a:ext cx="9509760" cy="10973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54589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458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41324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menejerining roli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779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 nima qiladi va qanday ko‘nikmalar talab etiladi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TUSHUNCHA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nima?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659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“Noyob mahsulot, xizmat yoki natija yaratish uchun amalga oshiriladigan vaqtinchalik harakat.”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Loyihalarni Boshqarish Instituti (PMBOK® qo‘llanmasi)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— tashkilotlar maqsadni haqiqatga aylantirish usuli: yangi mehmonxona, marketing kampaniyasi, universitet sillabusi, turizm ilovasi. Uning aniq boshlanish va tugash vaqti bor — noyob natija taqdim etilishi bilan loyiha yakunlanadi.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52360" y="169164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TURIZM VA TA’LIMDAGI MISOLLAR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4780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28432" y="23134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Tog‘larda yangi ekomehmonxona qurish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325526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28432" y="30906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turizm mobil ilovasini ishga tushirish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403250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28432" y="386791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talabalar konferensiyasini tashkil etish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480974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28432" y="46451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 uchun yangi fan sillabusini ishlab chiqish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BELGILAR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Loyihaning asosiy belgilari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Vaqtinchalik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815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boshlanish va tugash vaqtiga ega — doimiy faoliyat emas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Noyoblik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815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Aynan shu ko‘rinishda ilgari yaratilmagan mahsulot, xizmat yoki natija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2103120"/>
            <a:ext cx="457200" cy="45720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01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Bosqichma-bosqich aniqlashtiriladi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0815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 ortishi bilan hajmi va tafsilotlari izchil rivojlantiriladi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251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194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Maqsadga yo‘naltirilgan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maqsad yoki biznes qiymatini yetkazib berish uchun mavjud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409651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3712" y="43251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9194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Cheklovlarga ega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Hajm, vaqt, xarajat, sifat, resurslar va xavf bilan chegaralangan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TASNIF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Loyihalarning turlari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 odatda soha, hajm va murakkabligiga ko‘ra tasniflanadi — turizm sohasining o‘zida har bir turi uchraydi: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500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Sohasiga ko‘ra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7706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Qurilish, IT, tadbir, turizm, ta’lim, sog‘liqni saqlash loyihalari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423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3500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Hajmi va byudjetiga ko‘ra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7706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ichki loyihalardan yuz millionlab dollarlik meta-loyihalargacha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0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Murakkabligiga ko‘ra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6451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jamoa bajaradigan sodda vazifalardan ko‘p bosqichli dasturlargacha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40233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Kelib chiqishiga ko‘ra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6451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 asosidagi (buyurtmachi) va ichki (tashkilot tashabbusi) loyihalar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O‘ZBEKISTON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misol: “Silk Road Samarkand”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Osiyodagi eng yirik turizm majmuasi — klassik loyiha namunasi: aniq boshlanish sanasi, noyob natija va aniq tugash muddati bo‘lgan. Hozir uning ichida uzluksiz davom etayotgan mehmonxona operatsiyalaridan farqli o‘laroq.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34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580 mln $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67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investitsiya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34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56432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yil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3867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qurilish muddati (2019–2022)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34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27064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 gektar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3867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qurilgan hudud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0536" y="2880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34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97696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12,000+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8997696" y="3867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 etgan ishchilar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O‘zbekiston turizm qo‘mitasi; “Silk Road Samarkand” rasmiy natijalari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· ASOSIY FARQ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va operatsiyalar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169164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916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Operatsiyalar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5349240" cy="6858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2395728"/>
            <a:ext cx="5349240" cy="6858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957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Vaqtinchalik — tugash sanasiga ega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3957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Doimiy — biznesni barqaror ushlab turadi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3492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3172968"/>
            <a:ext cx="53492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17296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Noyob natija yaratadi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17296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Standartlashtirilgan jarayonlarni takrorlaydi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5349240" cy="6858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3950208"/>
            <a:ext cx="5349240" cy="6858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502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Ko‘pincha shu ish uchun jamoa tuziladi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9502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Barqaror, doimiy jamoa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53492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4727448"/>
            <a:ext cx="53492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7274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 = hajm/vaqt/xarajatga rioya qilish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7274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 = samaradorlik va barqarorlik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550408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“Silk Road Samarkand”ni qurish — loyiha edi. Uning mehmonxonalarini har kuni boshqarish — mehmon qabul qilish, tozalash, nonushta xizmati — esa undan keyingi operatsiyadir.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· LOYIHA PARAMETRLARI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Uchlik cheklov (triple constraint)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loyiha bir-biriga bog‘liq uchta chegara asosida muvozanatlanadi. Sifat markazda turadi — bir burchakka bosim bersangiz, boshqalari ham siljiydi.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55264"/>
            <a:ext cx="82296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ish bajarilishi kerakligi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69664"/>
            <a:ext cx="82296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va muddatlar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084064"/>
            <a:ext cx="82296" cy="54864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 byudjet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-1682496" cy="2962656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5294376"/>
            <a:ext cx="336499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35056" y="5294376"/>
            <a:ext cx="-1682496" cy="-2962656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5544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9944" y="5157216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515721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689336" y="5157216"/>
            <a:ext cx="1005840" cy="10058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89336" y="515721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023360"/>
            <a:ext cx="1280160" cy="12801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4023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Sifat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· UMUMIY KO‘RINISH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hayot sikli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Sohasidan qat’i nazar, har bir loyiha g‘oyadan yakuniy topshirishgacha bir xil beshta jarayon guruhidan o‘tadi.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51914" cy="2331720"/>
          </a:xfrm>
          <a:prstGeom prst="roundRect">
            <a:avLst>
              <a:gd name="adj" fmla="val 3565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2051914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318565" y="258775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18565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246120"/>
            <a:ext cx="1795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Boshlash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3749040"/>
            <a:ext cx="17958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belgilash va boshlashga ruxsat olish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00554" y="31775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01722" y="2331720"/>
            <a:ext cx="2051914" cy="2331720"/>
          </a:xfrm>
          <a:prstGeom prst="roundRect">
            <a:avLst>
              <a:gd name="adj" fmla="val 3565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801722" y="2331720"/>
            <a:ext cx="205191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571646" y="25877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71646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29738" y="3246120"/>
            <a:ext cx="1795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Rejalashtirish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9738" y="3749040"/>
            <a:ext cx="17958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Hajm, jadval, byudjet va sifat mezonlarini belgilash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53635" y="31775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54803" y="2331720"/>
            <a:ext cx="2051914" cy="2331720"/>
          </a:xfrm>
          <a:prstGeom prst="roundRect">
            <a:avLst>
              <a:gd name="adj" fmla="val 3565"/>
            </a:avLst>
          </a:prstGeom>
          <a:solidFill>
            <a:srgbClr val="F2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054803" y="2331720"/>
            <a:ext cx="2051914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1" name="Shape 19"/>
          <p:cNvSpPr/>
          <p:nvPr/>
        </p:nvSpPr>
        <p:spPr>
          <a:xfrm>
            <a:off x="5824728" y="2587752"/>
            <a:ext cx="512064" cy="512064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24728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2819" y="3246120"/>
            <a:ext cx="1795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Bajarish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82819" y="3749040"/>
            <a:ext cx="17958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amalga oshirish; natijani yaratish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106717" y="31775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07885" y="2331720"/>
            <a:ext cx="2051914" cy="2331720"/>
          </a:xfrm>
          <a:prstGeom prst="roundRect">
            <a:avLst>
              <a:gd name="adj" fmla="val 3565"/>
            </a:avLst>
          </a:prstGeom>
          <a:solidFill>
            <a:srgbClr val="F2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07885" y="2331720"/>
            <a:ext cx="205191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077810" y="25877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77810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35901" y="3246120"/>
            <a:ext cx="1795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va nazorat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35901" y="3749040"/>
            <a:ext cx="17958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Jarayonni kuzatish va o‘zgarishlarni boshqarish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59798" y="31775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560966" y="2331720"/>
            <a:ext cx="2051914" cy="2331720"/>
          </a:xfrm>
          <a:prstGeom prst="roundRect">
            <a:avLst>
              <a:gd name="adj" fmla="val 3565"/>
            </a:avLst>
          </a:prstGeom>
          <a:solidFill>
            <a:srgbClr val="F2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9560966" y="2331720"/>
            <a:ext cx="2051914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30891" y="258775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330891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688982" y="3246120"/>
            <a:ext cx="1795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Yakunlash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688982" y="3749040"/>
            <a:ext cx="17958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topshirish va shartnomalarni yopish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7A2E2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NEGA REJALASHTIRISH MUHIM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Ogohlantiruvchi misol: Sidney Opera Teatri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Dunyodagi eng mashhur binolardan biri, ayni paytda loyihalarni boshqarishdagi eng mashhur rejalashtirish xatosidir — Boshlash va Rejalashtirish bosqichlari shoshib o‘tkazilgan, va bu keyingi har bir bosqichda o‘z narxini to‘lagan.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A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2278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mln $ – 102 mln $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boshlang‘ich byudjet va yakuniy xarajat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971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A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32278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– 14 yil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rejalashtirilgan va haqiqiy muddat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971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A14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32278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~1,300%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xarajatning oshib ketishi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Loyihalarni Boshqarish Instituti (PMI); Sidney Opera Teatri loyihasi tahlillari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· ODAMLAR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menejerining roli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Talent Triangle® modeli har bir samarali loyiha menejeri uyg‘unlashtirishi kerak bo‘lgan uchta ko‘nikma guruhini tavsiflaydi: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5146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431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LB ko‘nikmalari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tuzish, byudjetlashtirish, xavflar reyestri, WBS, sifat vositalari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19456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5719572" y="25146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19572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474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Yetakchilik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4206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Jamoani rag‘batlantirish, ziddiyatlarni hal qilish, aniq muloqot qilish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219456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496044" y="2514600"/>
            <a:ext cx="731520" cy="73152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96044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474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va biznes boshqaruvi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4206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tashkilot maqsadlari va qiymati bilan bog‘lash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· DALILLAR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 nima uchun muhim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loyihalarni boshqarish natijalarni sezilarli darajada o‘zgartiradi. Yetuk amaliyotga ega tashkilotlar quyidagilarni qayd etadi: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35204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73,8%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tashkilotlar bo‘yicha o‘rtacha loyiha samaradorligi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2286000"/>
            <a:ext cx="352044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886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loyihalarining vaqt, byudjet va hajm bo‘yicha to‘liq muvaffaqiyati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2860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2286000"/>
            <a:ext cx="35204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3886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jamoani o‘qitishga sarmoya kiritishdan samaradorlik o‘sishi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PMI, Pulse of the Profession® 2024–25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· 1-MAVZU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xulosalar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1837944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6479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— vaqtinchalik, noyob va cheklangan — doimiy operatsiyalardan farqli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146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 uchlik cheklov: hajm, vaqt va xarajat orqali, sifat atrofida shakllanadi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337560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6440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loyiha beshta hayot sikli bosqichidan o‘tadi, Boshlashdan boshlab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4087368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01421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Malakali loyiha menejerlari texnik, yetakchilik va biznes ko‘nikmalarini birlashtiradi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4837176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76402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misollar — “Silk Road Samarkand” va Sidney Opera Teatri — yaxshi va yomon rejalashtirish narxini ko‘rsatadi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10973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mavzu: 2-mavzu — Tashkiliy tuzilmalar va loyiha muhiti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2026-09-14T17:02:18Z</dcterms:created>
  <dcterms:modified xsi:type="dcterms:W3CDTF">2026-09-14T17:02:18Z</dcterms:modified>
</cp:coreProperties>
</file>