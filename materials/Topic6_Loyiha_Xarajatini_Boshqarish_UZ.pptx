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D98E0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6-mavzu: Loyiha xarajatini boshqarish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822960" cy="4114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mehmondo‘stchilik • O‘zMU Jizzax filiali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 fani  ·  V semestr  ·  “Iqtisodiyot va turizm” kafedrasi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6-MAVZU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Nimalarni ko‘rib chiqamiz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Xarajatni boshqarish nimalarni o‘z ichiga oladi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davomida baholash aniqligi nega oshib boradi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25880" y="2240280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3591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13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Xarajatlarni baholash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517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Analogik, parametrik, pastdan-yuqoriga va uch nuqtali usullar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3026664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Byudjetni belgilash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381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Faoliyat baholaridan tasdiqlangan xarajat bazaviy chizig‘igacha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25880" y="3813048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Topilgan Qiymatni Boshqarish (EVM) asoslari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2452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Rejalashtirilgan qiymat, ishlab topilgan qiymat va haqiqiy xarajat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25880" y="4599432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183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718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6725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og‘ishlari va indekslari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109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SV, CPI va SPI — va ular nimani ko‘rsatadi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25880" y="5385816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504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4589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bilan bashorat qilish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7972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EAC, ETC, VAC va TCPI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· TUSHUNCHA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Baholash aniqligi vaqt o‘tishi bilan oshadi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xarajatini boshqarish loyiha tasdiqlangan byudjet doirasida yakunlanishi uchun xarajatlarni rejalashtirish, baholash, byudjetlashtirish va nazorat qilishni o‘z ichiga oladi. Xarajat baholari hech qachon aniq bo‘lmaydi — ammo loyiha hayot sikli bo‘ylab siljigan sari ular aniqroq bo‘lib boradi.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53492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27832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Taxminiy tartib bahosi (ROM)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9476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−25% dan +75% gacha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72200" y="26060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06040"/>
            <a:ext cx="53492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rejalashtirish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227832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baho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79476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−5% dan +10% gacha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xarajatga ta’sir qilish imkoniyati loyihaning eng boshida eng yuqori bo‘ladi — aynan shuning uchun erta hajmni aniqlash juda muhim.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· JARAYONLAR OQIMI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To‘rtta jarayon, bitta byudjet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Xarajatni boshqarish yondashuvni belgilashdan boshlanib, tasdiqlangan byudjetni og‘ishdan himoya qilishgacha davom etadi.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256032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2743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Xarajatni rejalashtirish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Yondashuv va qoidalarni belgilash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24688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468880"/>
            <a:ext cx="256032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Xarajatlarni baholash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 xarajatlarini taxminlash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468880"/>
            <a:ext cx="2560320" cy="82296"/>
          </a:xfrm>
          <a:prstGeom prst="rect">
            <a:avLst/>
          </a:prstGeom>
          <a:solidFill>
            <a:srgbClr val="C77A0A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2743200"/>
            <a:ext cx="548640" cy="548640"/>
          </a:xfrm>
          <a:prstGeom prst="ellipse">
            <a:avLst/>
          </a:prstGeom>
          <a:solidFill>
            <a:srgbClr val="C77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237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Byudjetni belgilash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Bazaviy chiziqqa birlashtirish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052560" y="24688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2468880"/>
            <a:ext cx="256032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0" y="274320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Xarajatlarni nazorat qilish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Og‘ishni kuzatish va boshqarish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QANCHA XARAJAT KETADI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Xarajatlarni baholash usullari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04104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01952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O‘xshash oldingi loyihadan haqiqiy xarajatlarni oladi — tez, ammo aniqligi past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737360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208776" y="1737360"/>
            <a:ext cx="5404104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91656" y="1901952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423160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 statistik bog‘liqlikdan xarajatni hisoblaydi, masalan, kvadrat metriga narx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97096"/>
            <a:ext cx="5404104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61688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Pastdan-yuqoriga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882896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ish paketini batafsil baholaydi, so‘ng yig‘indini yuqoriga ko‘taradi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4197096"/>
            <a:ext cx="5404104" cy="2203704"/>
          </a:xfrm>
          <a:prstGeom prst="roundRect">
            <a:avLst>
              <a:gd name="adj" fmla="val 332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4197096"/>
            <a:ext cx="5404104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1656" y="4361688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nuqtali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4882896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Optimistik, eng ehtimoliy va pessimistik baholarni bitta kutilgan xarajatga birlashtiradi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QANCHA XARAJAT KETADI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 nuqtali xarajatni baholash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Optimistik (cO), eng ehtimoliy (cM) va pessimistik (cP) baholarni bitta kutilgan xarajat (cE) ga birlashtirish uchun ikkita taqsimot keng qo‘llaniladi: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731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Uchburchak taqsimoti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= (cO + cM + cP) / 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331720"/>
            <a:ext cx="73152" cy="13716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496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taqsimoti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= (cO + 4cM + cP) / 6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AF3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mehmonxona restorani oshxonasini jihozlash — optimistik 40,000 $, eng ehtimoliy 58,000 $, pessimistik 95,000 $. Uchburchak cE = (40,000 + 58,000 + 95,000) / 3 ≈ 64,333 $.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QANCHA XARAJAT KETADI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Ikki turdagi zaxira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5349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9456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 zaxira (contingency)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bazaviy chizig‘ining bir qismi, aniqlangan xavflar uchun ajratilgan — “ma’lum-noma’lumlar”. Loyiha aniqlashgan sari kamayishi yoki yo‘qolishi mumkin.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965960"/>
            <a:ext cx="53492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219456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zaxirasi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743200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doirasidagi kutilmagan ish uchun bazaviy chiziqdan tashqarida saqlanadi — “noma’lum-noma’lumlar”. Undan foydalanish bazaviy chiziqqa rasmiy o‘zgarish talab qiladi.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· BAZAVIY CHIZIQNI QURISH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Byudjetni belgilash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91440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9144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7335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“Tasdiqlangan xarajat bazaviy chizig‘ini o‘rnatish uchun alohida faoliyatlar yoki ish paketlarining baholangan xarajatlarini birlashtirish jarayoni.”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7.3-bo‘lim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 pastdan-yuqoriga birlashtiriladi: faoliyat baholari ish paketlariga, ish paketlari nazorat hisoblariga, nazorat hisoblari esa xarajat bazaviy chizig‘iga yig‘iladi.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· BAZAVIY CHIZIQNI QURISH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Faoliyat baholaridan loyiha byudjetigacha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08476" y="1737360"/>
            <a:ext cx="4572000" cy="621792"/>
          </a:xfrm>
          <a:prstGeom prst="roundRect">
            <a:avLst>
              <a:gd name="adj" fmla="val 10294"/>
            </a:avLst>
          </a:prstGeom>
          <a:solidFill>
            <a:srgbClr val="8CA0A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08476" y="17373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Faoliyat xarajat baholari + rezerv zaxira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1276" y="2542032"/>
            <a:ext cx="5486400" cy="621792"/>
          </a:xfrm>
          <a:prstGeom prst="roundRect">
            <a:avLst>
              <a:gd name="adj" fmla="val 10294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51276" y="254203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paketi xarajat baholari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2636" y="3346704"/>
            <a:ext cx="6583680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2636" y="3346704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hisoblari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62556" y="4151376"/>
            <a:ext cx="7863840" cy="621792"/>
          </a:xfrm>
          <a:prstGeom prst="roundRect">
            <a:avLst>
              <a:gd name="adj" fmla="val 10294"/>
            </a:avLst>
          </a:prstGeom>
          <a:solidFill>
            <a:srgbClr val="C77A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62556" y="415137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bazaviy chizig‘i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39596" y="4956048"/>
            <a:ext cx="9509760" cy="621792"/>
          </a:xfrm>
          <a:prstGeom prst="roundRect">
            <a:avLst>
              <a:gd name="adj" fmla="val 10294"/>
            </a:avLst>
          </a:prstGeom>
          <a:solidFill>
            <a:srgbClr val="D98E0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39596" y="4956048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Boshqaruv zaxirasi = Loyiha byudjeti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· BAZAVIY CHIZIQNI QURISH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Xarajat bazaviy chizig‘i S-egri chizig‘i sifatida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baholari rejalashtirilgan faoliyatlarga bog‘langani uchun xarajat bazaviy chizig‘i vaqt bo‘ylab yig‘ma holda chizilishi mumkin — xarajatlar odatda sekin boshlanadi, ijro davomida tezlashadi va yakunlashda pasayadi, natijada S shaklidagi egri chiziq hosil bo‘ladi.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5015484"/>
            <a:ext cx="952805" cy="1051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885493" y="4910328"/>
            <a:ext cx="952805" cy="2103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2948026" y="4657954"/>
            <a:ext cx="952805" cy="46268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4010558" y="4237330"/>
            <a:ext cx="952805" cy="88331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5073091" y="3795674"/>
            <a:ext cx="952805" cy="132496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6135624" y="3438144"/>
            <a:ext cx="952805" cy="16824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7198157" y="3227832"/>
            <a:ext cx="952805" cy="1892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60690" y="3101645"/>
            <a:ext cx="952805" cy="2018995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3222" y="3038551"/>
            <a:ext cx="952805" cy="2082089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85755" y="3017520"/>
            <a:ext cx="952805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5120640"/>
            <a:ext cx="10698480" cy="0"/>
          </a:xfrm>
          <a:prstGeom prst="line">
            <a:avLst/>
          </a:prstGeom>
          <a:noFill/>
          <a:ln w="19050">
            <a:solidFill>
              <a:srgbClr val="C6D2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Topilgan Qiymatni Boshqarishdan foydalanadigan loyihalarda bu vaqt bo‘ylab taqsimlangan xarajat bazaviy chizig‘i samaradorlikni o‘lchash bazaviy chizig‘i (PMB) deb ataladi.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misol: “Silk Road Samarkand” byudjetlashtirish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5740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 mln $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8892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umumiy byudjeti (xarajat bazaviy chizig‘i + zaxiralar)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9704" y="205740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278892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mehmonxona — har biri o‘z nazorat hisobiga ega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6176" y="205740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yil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78892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qurilish jadvali bo‘ylab vaqt bo‘yicha taqsimlangan xarajatlar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mehmonxona, “Eternal City” parki va kongress markazi alohida nazorat hisobi sifatida yig‘ilib, o‘nlab ish paketi baholarini homiy haqiqatan ham tasdiqlay oladigan bitta songa birlashtiradi.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· SAMARADORLIKNI O‘LCHASH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Ishlab Topilgan Qiymatni Boshqarish: uchta raqam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hajm, jadval va xarajatni yagona samaradorlikni o‘lchash bazaviy chizig‘iga birlashtiradi, u har bir ish paketi uchun kuzatiladigan uchta asosiy raqamdan tashkil topadi: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5204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65176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Rejalashtirilgan qiymat (PV)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Hozirgacha bajarilishi rejalashtirilgan ish uchun tasdiqlangan byudjet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4231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2423160"/>
            <a:ext cx="35204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65176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topilgan qiymat (EV)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46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Hozirgacha haqiqatan bajarilgan ishning byudjet qiymati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24231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242316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2752" y="265176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xarajat (AC)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246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ishni bajarish uchun haqiqatan sarflangan mablag‘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· OG‘ISHLAR VA INDEKSLAR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Xarajat va jadval og‘ishi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2651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og‘ishi (CV)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= EV – AC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Musbat = byudjetdan tejab; manfiy = bajarilgan ish uchun byudjetdan oshib ketgan.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828800"/>
            <a:ext cx="82296" cy="26517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og‘ishi (SV)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42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 = EV – PV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2461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Musbat = jadvaldan oldinda; manfiy = jadvaldan orqada.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Ikkala og‘ish ham loyiha yakunida nolga teng bo‘ladi — ta’rifiga ko‘ra, barcha rejalashtirilgan qiymat oxir-oqibat “ishlab topiladi”.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· OG‘ISHLAR VA INDEKSLAR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Xarajat va jadval samaradorligi indekslari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2651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samaradorligi indeksi (CPI)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= EV / AC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dan past = xarajat oshib ketishi; 1.0 dan yuqori = bajarilgan ish uchun byudjetdan tejalgan.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828800"/>
            <a:ext cx="82296" cy="26517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samaradorligi indeksi (SPI)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42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 = EV / PV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2461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dan past = jadvaldan orqada; 1.0 dan yuqori = jadvaldan oldinda.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ko‘pincha eng muhim EVM ko‘rsatkichi hisoblanadi — uzoq davom etgan manfiy xarajat og‘ishidan tiklanish juda qiyin.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· OG‘ISHLAR VA INDEKSLAR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misolda hisoblash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Mehmonxona holli ta’mirlanishi: 3-oyda 50,000 $ lik ish rejalashtirilgan edi, haqiqatda 40,000 $ lik ish bajarildi va 48,000 $ sarflandi.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2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50,000 $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25112" y="237744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2F6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40,000 $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01584" y="237744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2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834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48,000 $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2606040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4904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EV − AC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–8,000 $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Byudjetdan oshib ketgan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749040"/>
            <a:ext cx="2606040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3749040"/>
            <a:ext cx="260604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= EV − PV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–10,000 $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Jadvaldan orqada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2606040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749040"/>
            <a:ext cx="2606040" cy="6400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EV / AC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1 $ xarajatga 83 sent qiymat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2560" y="3749040"/>
            <a:ext cx="2606040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374904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8972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EV / PV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Rejalashtirilgan ishning 80% bajarilgan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· OLDINGA QARASH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Bashorat qilish: EAC, ETC va VAC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Yakunlanishdagi baho (EAC)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 = BAC / CPI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0040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xarajat samaradorligi davom etsa, loyihaning kutilgan umumiy xarajati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173736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659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Yakunlash uchun baho (ETC)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 = EAC – AC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0040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Qolgan ishning kutilgan xarajati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0B1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1584" y="1737360"/>
            <a:ext cx="35204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9659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Yakunlanishdagi og‘ish (VAC)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 = BAC – EAC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20040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Oxirida kutilayotgan byudjet ortiqchasi yoki taqchilligi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— Yakunlanish byudjeti — bu shunchaki butun loyiha uchun umumiy rejalashtirilgan qiymatdir.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· OLDINGA QARASH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TCPI: yo‘lga qaytish uchun nima kerak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Yakunlash uchun samaradorlik indeksi bitta savolga javob beradi: maqsadga — asl byudjetga yoki yangilangan bashoratga — erishish uchun qolgan ish qanday xarajat samaradorligiga ega bo‘lishi kerak?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73152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791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BAC ga erishish uchun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TCPI = (BAC – EV) / (BAC – AC)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25146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514600"/>
            <a:ext cx="73152" cy="146304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6791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Yangilangan EAC ga erishish uchun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08152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TCPI = (BAC – EV) / (EAC – AC)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dan sezilarli yuqori TCPI ogohlantiruvchi belgi: qolgan ish hozirgacha erishilganidan ancha samaraliroq bo‘lishi kerak — bu ko‘pincha BAC endi real emasligidan dalolat beradi.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7A2E2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XARAJATNI NAZORAT QILISH MUVAFFAQIYATSIZLIGI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Ogohlantiruvchi misol: Monreal Olimpiya stadioni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 yilgi Olimpiya o‘yinlari uchun qurilgan stadion xarajat bahosi qat’iy deb qaralgan, ammo hajm, mehnat nizolari va dizayn o‘zgarishlari hech qanday ishlaydigan xarajat bazaviy chizig‘isiz erkin davom etishiga yo‘l qo‘yilgan.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3101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mln $ – 1,5 mlrd $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11480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boshlang‘ich baho va yakuniy xarajat — taxminan 13 baravar oshib ketish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3108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2272" y="33101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yil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411480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natijaviy davlat qarzini to‘lash uchun (1976–2006)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3108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38744" y="33101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411480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dizaynining rejalashtirilganidek ishonchli ishlagan qismi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CBC; The Globe and Mail; The Walrus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· DALILLAR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xarajat intizomi muhim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loyihalarida o‘rtacha byudjet oshib ketishi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6tadan 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loyihasi 200%+ xarajat oshib ketishi bilan “kora oqqush”ga aylanadi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loyiha dollaridan past samaradorlik tufayli isrof bo‘ladi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HBR (Flyvbjerg); PMI, Pulse of the Profession®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· 6-MAVZU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92224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bahosi aniqligi loyiha davom etgani sari taxminiy tartib bahosidan aniq bahogacha oshib boradi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bazaviy chizig‘i pastdan-yuqoriga quriladi: faoliyatlar → ish paketlari → nazorat hisoblari → bazaviy chiziq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 zaxira bazaviy chiziq ichida, boshqaruv zaxirasi esa undan tashqarida joylashadi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haqiqiy samaradorlikni ko‘rsatish uchun uchta raqamni — rejalashtirilgan qiymat, ishlab topilgan qiymat va haqiqiy xarajatni — solishtiradi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15721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va SPI og‘ishlarni nisbatlarga aylantiradi, bu esa EAC, ETC, VAC va TCPI bashoratlariga asos bo‘ladi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10973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7-mavzu — Loyiha sifatini boshqarish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2026-09-15T04:25:23Z</dcterms:created>
  <dcterms:modified xsi:type="dcterms:W3CDTF">2026-09-15T04:25:23Z</dcterms:modified>
</cp:coreProperties>
</file>